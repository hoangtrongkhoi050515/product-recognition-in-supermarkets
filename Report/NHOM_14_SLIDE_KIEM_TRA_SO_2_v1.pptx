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685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TRƯỜNG ĐẠI HỌC CÔNG NGHỆ THÔNG TIN VÀ TRUYỀN THÔNG</a:t>
            </a:r>
          </a:p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BÀI KIỂM TRA SỐ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Triển khai hệ thống quầy thanh toán tự động</a:t>
            </a:r>
          </a:p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(YOLO26n) lên Streamlit Community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Calibri"/>
              </a:rPr>
              <a:t>Nhóm 14: Hoàng Trọng Khôi · Phạm Công Phúc · Nông Hồng Thiện</a:t>
            </a:r>
          </a:p>
          <a:p>
            <a:pPr algn="l"/>
            <a:r>
              <a:rPr sz="2000" b="0">
                <a:solidFill>
                  <a:srgbClr val="475569"/>
                </a:solidFill>
                <a:latin typeface="Calibri"/>
              </a:rPr>
              <a:t>Giảng viên hướng dẫn: TS. Ngô Hữu Huy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Bài toán và phạm vi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4592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Đầu vào, đầu 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0896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Dịch vụ cloud được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0896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0896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Các bước triển khai lên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7200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Giao diện và tính năng sau triển khai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7200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731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572000"/>
            <a:ext cx="4114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1.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Quầy tự thanh toán bằng mã vạch phải quét từng món, tốn thời gian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Giải pháp: chụp 1 ảnh khay hàng, hệ thống tự nhận diện nhiều sản phẩm cùng lúc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Phát hiện đối tượng (object detection) với 12 sản phẩm siêu thị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Mô hình YOLO26n: mAP@0.5 = 0,922 trên tập Test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Ứng dụng Streamlit: giỏ hàng, tính tiền, hóa đơn PDF, QR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63040"/>
            <a:ext cx="4572000" cy="42062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0020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Calibri"/>
              </a:rPr>
              <a:t>Dữ liệu của nhóm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0F172A"/>
                </a:solidFill>
                <a:latin typeface="Calibri"/>
              </a:rPr>
              <a:t>984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28600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ảnh tự chụp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0F172A"/>
                </a:solidFill>
                <a:latin typeface="Calibri"/>
              </a:rPr>
              <a:t>4.102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10896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khung bao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0F172A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93192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lớp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75488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0F172A"/>
                </a:solidFill>
                <a:latin typeface="Calibri"/>
              </a:rPr>
              <a:t>70/15/15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75488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Train / Val /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2. Đầu vào – 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pic>
        <p:nvPicPr>
          <p:cNvPr id="6" name="Picture 5" descr="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78" y="1371600"/>
            <a:ext cx="10366962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06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Vào: ảnh JPG/PNG/WEBP/BMP, 1 hoặc nhiều sản phẩm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Tham số: ngưỡng tin cậy, bảng giá 12 sản phẩm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206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Ra: ảnh có khung bao, giỏ hàng, tổng tiền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Hóa đơn PDF, mã QR mô phỏng, lịch sử và thống kê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3. Dịch vụ: Streamlit Community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Miễn phí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Nền tảng PaaS của Streamlit, đăng nhập bằng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Đúng công nghệ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Giao diện đã viết bằng Streamlit, không phải viết lại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Gắn với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Push lên main là ứng dụng tự cập nhật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832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Đủ tài nguyên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RAM tối đa ~2,7 GB; YOLO26n nano (5 MB) chạy được trên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Hạn chế chấp nhận được với bản demo: ổ đĩa không lưu lâu dài, ngủ sau 12 giờ không truy cập, chạy CPU nên chậm hơn máy cá nhân.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4. Các bước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pic>
        <p:nvPicPr>
          <p:cNvPr id="6" name="Picture 5" descr="deplo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82" y="1371600"/>
            <a:ext cx="10052755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9319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Chuẩn bị mã: requirements (PyTorch CPU), packages.txt, best.pt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89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Đẩy lên GitHub (nhánh main)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Đăng nhập share.streamlit.io bằng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035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Create app: repo, nhánh main, app/streamlit_app.py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760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Python 3.12 → Deploy, theo dõi log (5–10 phút)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Bước 1–2: Chuẩn bị mã nguồn và đẩy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603504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760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app/requirements.txt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--extra-index-url https://download.pytorch.org/whl/cpu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torch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torchvision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ultralytics&gt;=8.4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streamlit&gt;=1.40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…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packages.txt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libgl1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onsolas"/>
              </a:rPr>
              <a:t>libglib2.0-0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PyTorch bản CPU: gói cài nhẹ, không vượt giới hạn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libgl1, libglib2.0-0: OpenCV cần trên Linux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best.pt (5 MB) phải có trong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Consolas"/>
              </a:rPr>
              <a:t>git add -f models/yolo26n/weights/best.pt  →  git commit  →  git push origin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Bước 3–4: Đăng nhập và tạo ứng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pic>
        <p:nvPicPr>
          <p:cNvPr id="6" name="Picture 5" descr="shot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035040" cy="3564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Đăng nhập share.streamlit.io bằng GitHub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Create app → Deploy a public app from GitHub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Repository: hoangtrongkhoi050515/ Product-recognition-in-supermarkets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Branch: main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Main file: app/streamlit_app.py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Bước 5–6: Python 3.12, Deploy, theo dõi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Calibri"/>
              </a:rPr>
              <a:t>[CHÈN ẢNH CHỤP MÀN HÌNH]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45309"/>
                </a:solidFill>
                <a:latin typeface="Calibri"/>
              </a:rPr>
              <a:t>Ảnh form khai báo (Repository, Branch, Main file, App URL) và Advanced settings chọn Python 3.12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937760" cy="43891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Calibri"/>
              </a:rPr>
              <a:t>[CHÈN ẢNH CHỤP MÀN HÌNH]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45309"/>
                </a:solidFill>
                <a:latin typeface="Calibri"/>
              </a:rPr>
              <a:t>Ảnh khung log đang cài thư viện (torch, ultralytics) lúc 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Kết quả: ứng dụng chạy trên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10972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Link ứng dụng:</a:t>
            </a:r>
          </a:p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https://appuct-recognition-in-supermarkets-mixtfyqkfwktwey7snlphy.streamlit.app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Mở bằng trình duyệt, không cần cài Python hay tải mô hình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Hai trang: Quầy thanh toán (khách) và Quản trị (có mã PIN)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Push lên GitHub là ứng dụng tự cập nhật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Giao diện: trang Quầy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pic>
        <p:nvPicPr>
          <p:cNvPr id="6" name="Picture 5" descr="shot_kio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852159" cy="4722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Ba bước: Chọn ảnh → Kiểm tra giỏ hàng → Thanh toán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Tải ảnh lên, hệ thống nhận diện ngay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Sửa số lượng, đổi hoặc xóa dòng nhận nhầm, thêm sản phẩm sót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Hóa đơn PDF và mã QR (mô phỏng)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Giao diện: giỏ hàng và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Calibri"/>
              </a:rPr>
              <a:t>[CHÈN ẢNH CHỤP MÀN HÌNH]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45309"/>
                </a:solidFill>
                <a:latin typeface="Calibri"/>
              </a:rPr>
              <a:t>Ảnh màn hình Kiểm tra giỏ hàng sau khi tải ảnh trên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0632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Calibri"/>
              </a:rPr>
              <a:t>[CHÈN ẢNH CHỤP MÀN HÌNH]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661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45309"/>
                </a:solidFill>
                <a:latin typeface="Calibri"/>
              </a:rPr>
              <a:t>Ảnh màn hình Thanh toán (mã QR)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108960" cy="4480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63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Calibri"/>
              </a:rPr>
              <a:t>[CHÈN ẢNH CHỤP MÀN HÌNH]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45309"/>
                </a:solidFill>
                <a:latin typeface="Calibri"/>
              </a:rPr>
              <a:t>Ảnh hóa đơn PDF tải về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Giao diện: trang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pic>
        <p:nvPicPr>
          <p:cNvPr id="6" name="Picture 5" descr="shot_admin_cai_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120640" cy="3816802"/>
          </a:xfrm>
          <a:prstGeom prst="rect">
            <a:avLst/>
          </a:prstGeom>
        </p:spPr>
      </p:pic>
      <p:pic>
        <p:nvPicPr>
          <p:cNvPr id="7" name="Picture 6" descr="shot_admin_chi_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20640" cy="386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607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Cài đặt nhận diện: ngưỡng tin cậy, thử trên một 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7607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Chỉ số mô hình YOLO26n trên tập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Còn các thẻ: Lịch sử hóa đơn · Thống kê bán hàng · Bảng giá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Xây dựng bộ dữ liệu 984 ảnh, huấn luyện YOLO26n: mAP@0.5 = 0,922 (Test), 10,4 ms/ảnh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Ứng dụng quầy thanh toán đầy đủ: nhận diện, giỏ hàng, tính tiền, hóa đơn, quản trị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Triển khai thành công lên Streamlit Community Cloud, có link công khai, tự cập nhật từ GitHub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Hạn chế: ổ đĩa cloud không lưu lâu dài, CPU chậm hơn, chưa thử ở siêu thị thật, chỉ nhận ảnh tĩnh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Calibri"/>
              </a:rPr>
              <a:t>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Nhóm 14 – Học máy – Quầy thanh toán tự động YOLO26n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Lưu hóa đơn và cài đặt vào cơ sở dữ liệu ngoài để không mất khi khởi động lại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Chuyển mã PIN sang Secrets của Streamlit Cloud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Xuất mô hình ONNX/OpenVINO để tăng tốc trên CPU; dịch vụ có GPU cho video thời gian thực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Mở rộng dữ liệu và danh mục sản phẩm, kết nối cổng thanh toán thật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Xin cảm ơn thầy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